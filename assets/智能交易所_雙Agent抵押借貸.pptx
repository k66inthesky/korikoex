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817258a307940b1" /><Relationship Type="http://schemas.openxmlformats.org/officeDocument/2006/relationships/extended-properties" Target="/docProps/app.xml" Id="R330bd442818f4340" /><Relationship Type="http://schemas.openxmlformats.org/officeDocument/2006/relationships/officeDocument" Target="/ppt/presentation.xml" Id="R7d97e743bd264ba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403c839db4a4f5f"/>
  </p:sldMasterIdLst>
  <p:notesMasterIdLst>
    <p:notesMasterId xmlns:r="http://schemas.openxmlformats.org/officeDocument/2006/relationships" r:id="R26bbebe3b2784cee"/>
  </p:notesMasterIdLst>
  <p:sldIdLst>
    <p:sldId xmlns:r="http://schemas.openxmlformats.org/officeDocument/2006/relationships" id="256" r:id="Rdb9eb70bb347416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82b639145a84655" /><Relationship Type="http://schemas.openxmlformats.org/officeDocument/2006/relationships/slideMaster" Target="/ppt/slideMasters/slideMaster1.xml" Id="R4403c839db4a4f5f" /><Relationship Type="http://schemas.openxmlformats.org/officeDocument/2006/relationships/notesMaster" Target="/ppt/notesMasters/notesMaster1.xml" Id="R26bbebe3b2784cee" /><Relationship Type="http://schemas.openxmlformats.org/officeDocument/2006/relationships/presProps" Target="/ppt/presProps.xml" Id="R19042d2af5744bd2" /><Relationship Type="http://schemas.openxmlformats.org/officeDocument/2006/relationships/tableStyles" Target="/ppt/tableStyles.xml" Id="R8b799434f358472c" /><Relationship Type="http://schemas.openxmlformats.org/officeDocument/2006/relationships/slide" Target="/ppt/slides/slide1.xml" Id="Rdb9eb70bb347416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a0b3f55bda448c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5e97dc459094ced" /><Relationship Type="http://schemas.openxmlformats.org/officeDocument/2006/relationships/notesMaster" Target="/ppt/notesMasters/notesMaster1.xml" Id="R0ed95dc9093e478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所有利率及LTV為課堂PoC設計參數，不是市場事實。殘值=本期實付×剩餘秒數／本期長度；兩位模擬agent折價35%與40%，較低者再乘30%LTV。真正Codex／Claude帳號並非可執行的可轉讓抵押品，因此正式核貸0。API尚未提供，伺服器預留OpenAI Responses與Claude Messages結構化輸出接入，但未實際呼叫；API測試用stub，不是連線成功。PoC Oracle由同一操作錢包控制，沒有獨立治理保證。借貸的抵押NFT為ERC721，與原T-REX ERC3643市場分開。每日利息10×12%÷365=0.003287671...，按USDC微單位向上取整=0.003288；7天利息0.023014。清算需要送交易，會移交模擬NFT並記錄未回收債務，不能真正接管帳號。官方來源：https://openai.com/policies/terms-of-use/ ; https://openai.com/policies/service-credit-terms/ ; https://www.anthropic.com/legal/consumer-terms ; https://developers.circle.com/stablecoins/usdc-contract-addresses ; https://developers.openai.com/api/docs/guides/structured-outputs ; https://platform.claude.com/docs/en/build-with-claude/structured-outputs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3e3395623f4dd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bb3910df8464c4d" /><Relationship Type="http://schemas.openxmlformats.org/officeDocument/2006/relationships/slideLayout" Target="/ppt/slideLayouts/slideLayout1.xml" Id="R324c90d729dc40b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24c90d729dc40b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e4adf6dd534a93" /><Relationship Type="http://schemas.openxmlformats.org/officeDocument/2006/relationships/notesSlide" Target="/ppt/notesSlides/notesSlide1.xml" Id="R55cf840fd8f4450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18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65D59B-FF29-43CB-A393-1A41F752F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1239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智能交易所：雙 Agent 抵押借貸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664C6B-8962-4488-8FBE-D33B8A23E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62050"/>
            <a:ext cx="1123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78DDC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78DDC3"/>
                </a:solidFill>
                <a:latin typeface="Arial Unicode MS"/>
                <a:ea typeface="Arial Unicode MS"/>
                <a:cs typeface="Arial Unicode MS"/>
              </a:rPr>
              <a:t>Codex／Claude 訂閱殘值估價，借入測試 USDC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7BE80D-9B61-48EE-81F0-5D14E663E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43100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78DDC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78DDC3"/>
                </a:solidFill>
                <a:latin typeface="Arial Unicode MS"/>
                <a:ea typeface="Arial Unicode MS"/>
                <a:cs typeface="Arial Unicode MS"/>
              </a:rPr>
              <a:t>殘值與核貸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A7D0E9-7BB0-46E5-8641-8CE5961A0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66975"/>
            <a:ext cx="52387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AF1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EAF1F8"/>
                </a:solidFill>
                <a:latin typeface="Arial Unicode MS"/>
                <a:ea typeface="Arial Unicode MS"/>
                <a:cs typeface="Arial Unicode MS"/>
              </a:rPr>
              <a:t>訂閱等級、實付金額與到期日作為輸入</a:t>
            </a:r>
          </a:p>
          <a:p xmlns:a="http://schemas.openxmlformats.org/drawingml/2006/main">
            <a:pPr>
              <a:defRPr sz="1875" b="0">
                <a:solidFill>
                  <a:srgbClr val="EAF1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EAF1F8"/>
                </a:solidFill>
                <a:latin typeface="Arial Unicode MS"/>
                <a:ea typeface="Arial Unicode MS"/>
                <a:cs typeface="Arial Unicode MS"/>
              </a:rPr>
              <a:t>OpenAI 與 Claude 各自估價，採較低值</a:t>
            </a:r>
          </a:p>
          <a:p xmlns:a="http://schemas.openxmlformats.org/drawingml/2006/main">
            <a:pPr>
              <a:defRPr sz="1875" b="0">
                <a:solidFill>
                  <a:srgbClr val="EAF1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EAF1F8"/>
                </a:solidFill>
                <a:latin typeface="Arial Unicode MS"/>
                <a:ea typeface="Arial Unicode MS"/>
                <a:cs typeface="Arial Unicode MS"/>
              </a:rPr>
              <a:t>剩餘預付價值為上限，最多借估價的 30%</a:t>
            </a:r>
          </a:p>
          <a:p xmlns:a="http://schemas.openxmlformats.org/drawingml/2006/main">
            <a:pPr>
              <a:defRPr sz="1875" b="0">
                <a:solidFill>
                  <a:srgbClr val="EAF1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EAF1F8"/>
                </a:solidFill>
                <a:latin typeface="Arial Unicode MS"/>
                <a:ea typeface="Arial Unicode MS"/>
                <a:cs typeface="Arial Unicode MS"/>
              </a:rPr>
              <a:t>API 未接入時明確標示模擬估價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B6C1B7-F710-4F2D-9088-6C742CDCF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1943100"/>
            <a:ext cx="51149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78DDC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78DDC3"/>
                </a:solidFill>
                <a:latin typeface="Arial Unicode MS"/>
                <a:ea typeface="Arial Unicode MS"/>
                <a:cs typeface="Arial Unicode MS"/>
              </a:rPr>
              <a:t>還款與到期處理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069133-2D5B-4BA5-BC2B-8AC734C4D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466975"/>
            <a:ext cx="5114925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AF1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EAF1F8"/>
                </a:solidFill>
                <a:latin typeface="Arial Unicode MS"/>
                <a:ea typeface="Arial Unicode MS"/>
                <a:cs typeface="Arial Unicode MS"/>
              </a:rPr>
              <a:t>年利率 12%，單利按秒累計</a:t>
            </a:r>
          </a:p>
          <a:p xmlns:a="http://schemas.openxmlformats.org/drawingml/2006/main">
            <a:pPr>
              <a:defRPr sz="1875" b="0">
                <a:solidFill>
                  <a:srgbClr val="EAF1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EAF1F8"/>
                </a:solidFill>
                <a:latin typeface="Arial Unicode MS"/>
                <a:ea typeface="Arial Unicode MS"/>
                <a:cs typeface="Arial Unicode MS"/>
              </a:rPr>
              <a:t>還清本金＋利息後釋放抵押憑證</a:t>
            </a:r>
          </a:p>
          <a:p xmlns:a="http://schemas.openxmlformats.org/drawingml/2006/main">
            <a:pPr>
              <a:defRPr sz="1875" b="0">
                <a:solidFill>
                  <a:srgbClr val="EAF1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EAF1F8"/>
                </a:solidFill>
                <a:latin typeface="Arial Unicode MS"/>
                <a:ea typeface="Arial Unicode MS"/>
                <a:cs typeface="Arial Unicode MS"/>
              </a:rPr>
              <a:t>到期未還，keeper 移交憑證並記錄壞帳</a:t>
            </a:r>
          </a:p>
          <a:p xmlns:a="http://schemas.openxmlformats.org/drawingml/2006/main">
            <a:pPr>
              <a:defRPr sz="1875" b="0">
                <a:solidFill>
                  <a:srgbClr val="EAF1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EAF1F8"/>
                </a:solidFill>
                <a:latin typeface="Arial Unicode MS"/>
                <a:ea typeface="Arial Unicode MS"/>
                <a:cs typeface="Arial Unicode MS"/>
              </a:rPr>
              <a:t>借款期限早於訂閱到期日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381786-D21B-4201-981F-AC5EA0279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29125"/>
            <a:ext cx="11144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10 USDC 本金，每天約 0.003288 USDC 利息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AFAA4A-77DD-468F-92D9-AF1F96131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0"/>
            <a:ext cx="11144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AF1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EAF1F8"/>
                </a:solidFill>
                <a:latin typeface="Arial Unicode MS"/>
                <a:ea typeface="Arial Unicode MS"/>
                <a:cs typeface="Arial Unicode MS"/>
              </a:rPr>
              <a:t>作品：雙估價、借款、利息帳本、還款與清算</a:t>
            </a:r>
          </a:p>
          <a:p xmlns:a="http://schemas.openxmlformats.org/drawingml/2006/main">
            <a:pPr>
              <a:defRPr sz="1875" b="0">
                <a:solidFill>
                  <a:srgbClr val="EAF1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EAF1F8"/>
                </a:solidFill>
                <a:latin typeface="Arial Unicode MS"/>
                <a:ea typeface="Arial Unicode MS"/>
                <a:cs typeface="Arial Unicode MS"/>
              </a:rPr>
              <a:t>測試資產：Circle Sepolia USDC 或明確區分的 mUSDC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F56735-0CD8-43E2-A68A-3EA440FDE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48375"/>
            <a:ext cx="11144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7C5D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B7C5D5"/>
                </a:solidFill>
                <a:latin typeface="Arial Unicode MS"/>
                <a:ea typeface="Arial Unicode MS"/>
                <a:cs typeface="Arial Unicode MS"/>
              </a:rPr>
              <a:t>PoC 鎖定 SUB-MOCK 憑證，無法沒收真實帳號。未取得可轉讓權利與供應商授權，正式核貸上限為 0。</a:t>
            </a:r>
          </a:p>
          <a:p xmlns:a="http://schemas.openxmlformats.org/drawingml/2006/main">
            <a:pPr>
              <a:defRPr sz="1275" b="0">
                <a:solidFill>
                  <a:srgbClr val="B7C5D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B7C5D5"/>
                </a:solidFill>
                <a:latin typeface="Arial Unicode MS"/>
                <a:ea typeface="Arial Unicode MS"/>
                <a:cs typeface="Arial Unicode MS"/>
              </a:rPr>
              <a:t>ERC-3643＋DvP 保留於服務憑證市場。借貸抵押採 ERC-721，測試網交易需由使用者錢包簽署。</a:t>
            </a:r>
          </a:p>
        </p:txBody>
      </p:sp>
    </p:spTree>
    <p:extLst>
      <p:ext uri="{BB962C8B-B14F-4D97-AF65-F5344CB8AC3E}">
        <p14:creationId xmlns:p14="http://schemas.microsoft.com/office/powerpoint/2010/main" val="2255154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2026-10-01T06:47:27.0530000Z</dcterms:created>
  <dcterms:modified xsi:type="dcterms:W3CDTF">2026-10-01T06:47:27.0530000Z</dcterms:modified>
</coreProperties>
</file>